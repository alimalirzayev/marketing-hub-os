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103D-2D34-479F-A5EF-BC0649B72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69DAD-94A3-4F63-BA23-3F7C870DD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102F1-F3EA-4A3C-9AF8-92AE58E5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03C7-88F2-4187-A088-7814A068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652EB-07DC-4F9F-9983-6B77A2DF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1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E57F-F189-47F7-BC5F-02637850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A9DB-130A-4253-98CD-CDF0118E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8ACE3-95B9-4EE9-A958-5E4D3B38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6E092-9C57-4C91-9ACB-6CADE214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3433-E752-499F-B20A-6C48ABEE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6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A40D-8614-44E3-9082-E750B60A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5EBCE-B8B6-466D-817E-1449BA468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423F9-A665-45C4-BE49-B6F0E081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0B3F3-FCA0-4BEE-9CC0-7C3D8CEE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5F14B-1881-41CC-BCE7-9BE1BAD5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3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5822-D9C9-4076-B7A9-32242332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54BD9-B7BD-428E-A73F-129D1BC8C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86608-AAC8-4E34-BE31-E653A08B6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A877C-F6E2-40B0-BA1E-758F58BA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ECEB6-266F-4FCC-A84B-65C2ABBA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136C2-5BD3-4B31-9143-1E67735D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7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BE51-355E-4030-B7F8-5A799CEC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5BF23-DEB1-4EEA-AFBB-A8522C7A5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84AD-08A7-4256-B2CF-3E96B74AE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85097-52C3-4E4B-8628-C488E5583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61B56-075F-4E69-906B-DA1DC63D7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311AC-6454-46B6-8633-01808DCB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543C8-2E02-401C-9957-194BDE71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14003-D7A9-423B-8087-A9CE8052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6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D81C-145D-483E-872C-CD318890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A98E7-EFDE-4DF6-B903-70873C568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C0B7A-D5B9-4F29-BA0C-891FE1DA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EACF3-DB06-4967-8F67-22D37A4B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8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63D50-22C8-4773-B9E6-7CC2A728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AD3B6-CBE7-4EE3-A6B1-98D2AB58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77A5B-8459-4F0F-932E-80746FE7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0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B5DB-1E01-4C40-BF7C-930DF112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40E0-80CB-419D-B15E-67CCF3253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C6D7D-F91E-4332-B3A9-28D61B2F1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FCCDF-8707-4F65-9881-3153CA44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BF931-48A2-4C22-8E64-0583E79A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10EC4-61E5-4345-B933-C2E51714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8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3099-89A1-42A2-8984-D128CAD0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156FA-F63C-4017-BD9E-CBC3ADF5E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1A021-C88E-4254-8E65-B4614AD54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4F167-AD1A-482A-8225-2224EC04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F41DF-B333-43D2-84D3-F3E44309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9293B-7691-4F12-AC2C-79B41B95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1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C896-BE68-4E3D-8B11-2EBECBE6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F1252-C24A-48F2-A843-464699BDA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7D973-3F5E-456A-94F0-B0CFC8C60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511FF-4DC2-4085-84C0-15D165FB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3E223-390E-46C2-8B49-635DB693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0FF82-33FA-4F09-8715-CE517E1CE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F76AE-479D-4A69-A4E5-48B7107EA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07AEB-9414-403A-9447-FD0C8D293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40AF-0FC8-47CC-BEB3-3D5EC187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F8F3C-C637-4AC9-BB2B-16E4E1BD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9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A8A86-4048-40C4-90D5-216FD776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B424B-C847-4F05-BF3E-677F4869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23A0D-D161-4746-A882-27EF927DE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A3A78-EE28-403A-AA18-59B3C6E9E8C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372BB-280A-4675-9D7F-D40BF4485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8EF10-C866-4B98-BFC5-F3504430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EEBEB-E7F4-4EE5-AEDD-69F96366B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4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birmarket.az/product/2033750-powerbank-baseus-magnetic-mini-10000mah-30w-white" TargetMode="External"/><Relationship Id="rId3" Type="http://schemas.openxmlformats.org/officeDocument/2006/relationships/hyperlink" Target="https://birmarket.az/product/889612-xarici-akkumulyator-xiaomi-bhr5080cn-20000-mah-black" TargetMode="External"/><Relationship Id="rId7" Type="http://schemas.openxmlformats.org/officeDocument/2006/relationships/hyperlink" Target="https://us.ugreen.com/products/ugreen-25w-magnetic-power-bank-10000mah" TargetMode="External"/><Relationship Id="rId12" Type="http://schemas.openxmlformats.org/officeDocument/2006/relationships/hyperlink" Target="https://www.macworld.com/article/2915110/ugreen-25w-magflow-magnetic-wireless-10k-power-bank-review-leader-of-the-pack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kuelectronics.az/mehsul/xiaomi-67w-power-bank-20000-integrated-cable-tan-pb2067-224057" TargetMode="External"/><Relationship Id="rId11" Type="http://schemas.openxmlformats.org/officeDocument/2006/relationships/hyperlink" Target="https://www.mi.com/uk/product/xiaomi-67w-power-bank-20000-integrated-cable/specs/" TargetMode="External"/><Relationship Id="rId5" Type="http://schemas.openxmlformats.org/officeDocument/2006/relationships/hyperlink" Target="https://www.bakuelectronics.az/mehsul/power-bank-xiaomi-redmi-18w-fast-charge-20000mah-black-pb200lzm-177482" TargetMode="External"/><Relationship Id="rId10" Type="http://schemas.openxmlformats.org/officeDocument/2006/relationships/hyperlink" Target="https://rozetka.com.ua/ua/xiaomi-bhr5121gl/p334607548/comments/" TargetMode="External"/><Relationship Id="rId4" Type="http://schemas.openxmlformats.org/officeDocument/2006/relationships/hyperlink" Target="https://birmarket.az/product/177584-xarici-akkumulyator-xiaomi-redmi-18w-power-bank-20000mah-qara" TargetMode="External"/><Relationship Id="rId9" Type="http://schemas.openxmlformats.org/officeDocument/2006/relationships/hyperlink" Target="https://www.mi.com/global/product/mi-50w-power-bank-20000/spe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391BD-BBFE-494D-AC18-A6B41692FE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66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69A8E6-1627-4DAC-9F87-720B6EC0BD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hlinkClick r:id="rId3"/>
            <a:extLst>
              <a:ext uri="{FF2B5EF4-FFF2-40B4-BE49-F238E27FC236}">
                <a16:creationId xmlns:a16="http://schemas.microsoft.com/office/drawing/2014/main" id="{073F77B1-E7BB-421A-82AA-52CAD374A3C5}"/>
              </a:ext>
            </a:extLst>
          </p:cNvPr>
          <p:cNvSpPr/>
          <p:nvPr/>
        </p:nvSpPr>
        <p:spPr>
          <a:xfrm>
            <a:off x="7124700" y="3619500"/>
            <a:ext cx="2209800" cy="2921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hlinkClick r:id="rId4"/>
            <a:extLst>
              <a:ext uri="{FF2B5EF4-FFF2-40B4-BE49-F238E27FC236}">
                <a16:creationId xmlns:a16="http://schemas.microsoft.com/office/drawing/2014/main" id="{F8E60040-8E23-47FF-B932-86843121D21A}"/>
              </a:ext>
            </a:extLst>
          </p:cNvPr>
          <p:cNvSpPr/>
          <p:nvPr/>
        </p:nvSpPr>
        <p:spPr>
          <a:xfrm>
            <a:off x="9398000" y="3619500"/>
            <a:ext cx="2209800" cy="2921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C64EE228-89EF-4378-90CE-E1D1D1BAA3D6}"/>
              </a:ext>
            </a:extLst>
          </p:cNvPr>
          <p:cNvSpPr/>
          <p:nvPr/>
        </p:nvSpPr>
        <p:spPr>
          <a:xfrm>
            <a:off x="7124700" y="3962400"/>
            <a:ext cx="2209800" cy="2921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hlinkClick r:id="rId6"/>
            <a:extLst>
              <a:ext uri="{FF2B5EF4-FFF2-40B4-BE49-F238E27FC236}">
                <a16:creationId xmlns:a16="http://schemas.microsoft.com/office/drawing/2014/main" id="{BF4C4186-8F4E-4233-98E0-7020070B56B8}"/>
              </a:ext>
            </a:extLst>
          </p:cNvPr>
          <p:cNvSpPr/>
          <p:nvPr/>
        </p:nvSpPr>
        <p:spPr>
          <a:xfrm>
            <a:off x="9398000" y="3962400"/>
            <a:ext cx="2209800" cy="2921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hlinkClick r:id="rId7"/>
            <a:extLst>
              <a:ext uri="{FF2B5EF4-FFF2-40B4-BE49-F238E27FC236}">
                <a16:creationId xmlns:a16="http://schemas.microsoft.com/office/drawing/2014/main" id="{EBD8DF93-55BD-4517-A84E-9594410EF553}"/>
              </a:ext>
            </a:extLst>
          </p:cNvPr>
          <p:cNvSpPr/>
          <p:nvPr/>
        </p:nvSpPr>
        <p:spPr>
          <a:xfrm>
            <a:off x="7124700" y="4305300"/>
            <a:ext cx="2209800" cy="2921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hlinkClick r:id="rId8"/>
            <a:extLst>
              <a:ext uri="{FF2B5EF4-FFF2-40B4-BE49-F238E27FC236}">
                <a16:creationId xmlns:a16="http://schemas.microsoft.com/office/drawing/2014/main" id="{A7D9A804-AE7E-4749-A56C-3951BE70ABCA}"/>
              </a:ext>
            </a:extLst>
          </p:cNvPr>
          <p:cNvSpPr/>
          <p:nvPr/>
        </p:nvSpPr>
        <p:spPr>
          <a:xfrm>
            <a:off x="9398000" y="4305300"/>
            <a:ext cx="2209800" cy="2921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hlinkClick r:id="rId9"/>
            <a:extLst>
              <a:ext uri="{FF2B5EF4-FFF2-40B4-BE49-F238E27FC236}">
                <a16:creationId xmlns:a16="http://schemas.microsoft.com/office/drawing/2014/main" id="{C872C9E8-21A5-41D8-9894-E1364BED1681}"/>
              </a:ext>
            </a:extLst>
          </p:cNvPr>
          <p:cNvSpPr/>
          <p:nvPr/>
        </p:nvSpPr>
        <p:spPr>
          <a:xfrm>
            <a:off x="7124700" y="4711700"/>
            <a:ext cx="4445000" cy="1270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hlinkClick r:id="rId10"/>
            <a:extLst>
              <a:ext uri="{FF2B5EF4-FFF2-40B4-BE49-F238E27FC236}">
                <a16:creationId xmlns:a16="http://schemas.microsoft.com/office/drawing/2014/main" id="{D08D4955-9DDF-4C30-BC95-EA573C2CB2B9}"/>
              </a:ext>
            </a:extLst>
          </p:cNvPr>
          <p:cNvSpPr/>
          <p:nvPr/>
        </p:nvSpPr>
        <p:spPr>
          <a:xfrm>
            <a:off x="7124700" y="4864100"/>
            <a:ext cx="4445000" cy="1270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hlinkClick r:id="rId11"/>
            <a:extLst>
              <a:ext uri="{FF2B5EF4-FFF2-40B4-BE49-F238E27FC236}">
                <a16:creationId xmlns:a16="http://schemas.microsoft.com/office/drawing/2014/main" id="{9A46E935-AC84-4C99-9376-01F335FD4FAF}"/>
              </a:ext>
            </a:extLst>
          </p:cNvPr>
          <p:cNvSpPr/>
          <p:nvPr/>
        </p:nvSpPr>
        <p:spPr>
          <a:xfrm>
            <a:off x="7124700" y="5016500"/>
            <a:ext cx="4445000" cy="1270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hlinkClick r:id="rId12"/>
            <a:extLst>
              <a:ext uri="{FF2B5EF4-FFF2-40B4-BE49-F238E27FC236}">
                <a16:creationId xmlns:a16="http://schemas.microsoft.com/office/drawing/2014/main" id="{55021A1D-0684-4EF1-B890-3632F23A84E7}"/>
              </a:ext>
            </a:extLst>
          </p:cNvPr>
          <p:cNvSpPr/>
          <p:nvPr/>
        </p:nvSpPr>
        <p:spPr>
          <a:xfrm>
            <a:off x="7124700" y="5168900"/>
            <a:ext cx="4445000" cy="127000"/>
          </a:xfrm>
          <a:prstGeom prst="rect">
            <a:avLst/>
          </a:prstGeom>
          <a:solidFill>
            <a:srgbClr val="FFFFFF">
              <a:alpha val="1000"/>
            </a:srgbClr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6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Alim Alirzayev</dc:creator>
  <cp:lastModifiedBy>Alim Alirzayev</cp:lastModifiedBy>
  <cp:revision>1</cp:revision>
  <dcterms:created xsi:type="dcterms:W3CDTF">2026-07-17T08:55:30Z</dcterms:created>
  <dcterms:modified xsi:type="dcterms:W3CDTF">2026-07-17T08:55:30Z</dcterms:modified>
</cp:coreProperties>
</file>